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8A3324">
              <a:alpha val="25000"/>
            </a:srgbClr>
          </a:solidFill>
          <a:ln w="12700">
            <a:solidFill>
              <a:srgbClr val="8A332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8A3324">
              <a:alpha val="15000"/>
            </a:srgbClr>
          </a:solidFill>
          <a:ln w="12700">
            <a:solidFill>
              <a:srgbClr val="8A332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PAPER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400" kern="0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system for college teachers to manage exam questions,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structured papers and export as CSV &amp; PDF.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286000" cy="502920"/>
          </a:xfrm>
          <a:prstGeom prst="rect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•  Python OOP  •  Pandas  •  ReportLab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AI/ML  |  Chandigarh University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colleges need this system?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Manual Paper Creation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manually type question papers every semester — time-consuming and error-prone.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508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Question Bank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scattered across Word files and emails. Hard to search or reuse.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Bloom's / CO Tracking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levels, Bloom's taxonomy, and Course Outcomes are not tracked systematically.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No Standard Format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teacher formats papers differently — no consistent college layout or branding.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web-based Exam Paper Management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72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questions with topic, difficulty, marks, Bloom's level and CO to a persistent CSV bank.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72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questions by topic or difficulty using Pandas DataFrames instantly.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Paper (CSV)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questions, fill exam details and export a structured paper as a CSV 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Paper (PDF)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formatted PDF with college header, section tables and signature lines.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built using your Python Programming curriculum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581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API endpoints, serves the frontend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581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OOP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8620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QuestionBank, ExamPaper classes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819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208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search questions as DataFrames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31821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156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question bank and paper export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64992" y="31821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8620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exam papers with college layout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1821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6B8A"/>
          </a:solidFill>
          <a:ln w="12700">
            <a:solidFill>
              <a:srgbClr val="1C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08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interface — Add, Bank, CSV, PDF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from question creation to exam paper generation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280160" cy="128016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adds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Difficulty,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Marks, Answer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148840"/>
            <a:ext cx="457200" cy="0"/>
          </a:xfrm>
          <a:prstGeom prst="line">
            <a:avLst/>
          </a:prstGeom>
          <a:noFill/>
          <a:ln w="25400">
            <a:solidFill>
              <a:srgbClr val="8A33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508760"/>
            <a:ext cx="1280160" cy="128016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508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Bank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148840"/>
            <a:ext cx="457200" cy="0"/>
          </a:xfrm>
          <a:prstGeom prst="line">
            <a:avLst/>
          </a:prstGeom>
          <a:noFill/>
          <a:ln w="25400">
            <a:solidFill>
              <a:srgbClr val="8A33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508760"/>
            <a:ext cx="1280160" cy="128016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508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topic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457200" cy="0"/>
          </a:xfrm>
          <a:prstGeom prst="line">
            <a:avLst/>
          </a:prstGeom>
          <a:noFill/>
          <a:ln w="25400">
            <a:solidFill>
              <a:srgbClr val="8A33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508760"/>
            <a:ext cx="1280160" cy="128016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508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0372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611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format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7315200" cy="594360"/>
          </a:xfrm>
          <a:prstGeom prst="roundRect">
            <a:avLst>
              <a:gd name="adj" fmla="val 9231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434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stored locally in questions.csv  •  Papers saved to papers/ folder  •  No database needed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14600" y="1005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Paper (CSV)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 topic, difficulty, marks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Bloom's level &amp; 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 stored in CSV bank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confirmation message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14173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stored questions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topic dropdown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with ID, topic, marks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Searchable and scrollable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14173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Paper (CSV)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 exam name &amp; subject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Checkbox-select questions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structured 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all metadata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14173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College name &amp; exam title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208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Sections A, B, C auto-built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Bloom's &amp; CO columns shown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HOD &amp; teacher sign lines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GitHub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development — shared via GitHub, run locally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685800" cy="68580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@krishnamj89  •  Lead 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719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backend, PDF generation, deployment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715768"/>
            <a:ext cx="685800" cy="68580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157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670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@Shubh-bit44  •  Collaborator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UI, question bank, CSV export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94176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252F45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31336"/>
            <a:ext cx="685800" cy="68580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313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37856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@vishalkapoor008  •  Collaborator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950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documentation, GitHub setup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github.com/krishnamj89/Exam-Paper-Management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4 steps — works on any laptop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from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801368"/>
            <a:ext cx="7498080" cy="384048"/>
          </a:xfrm>
          <a:prstGeom prst="roundRect">
            <a:avLst>
              <a:gd name="adj" fmla="val 1190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01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https://github.com/krishnamj89/Exam-Paper-Management.git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502920" cy="50292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86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into the folder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97480"/>
            <a:ext cx="7498080" cy="384048"/>
          </a:xfrm>
          <a:prstGeom prst="roundRect">
            <a:avLst>
              <a:gd name="adj" fmla="val 1190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697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Exam-Paper-Management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502920" cy="50292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282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3593592"/>
            <a:ext cx="7498080" cy="384048"/>
          </a:xfrm>
          <a:prstGeom prst="roundRect">
            <a:avLst>
              <a:gd name="adj" fmla="val 1190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593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 pandas reportlab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97096"/>
            <a:ext cx="502920" cy="502920"/>
          </a:xfrm>
          <a:prstGeom prst="ellipse">
            <a:avLst/>
          </a:prstGeom>
          <a:solidFill>
            <a:srgbClr val="8A3324"/>
          </a:solidFill>
          <a:ln w="12700">
            <a:solidFill>
              <a:srgbClr val="8A33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178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4489704"/>
            <a:ext cx="7498080" cy="384048"/>
          </a:xfrm>
          <a:prstGeom prst="roundRect">
            <a:avLst>
              <a:gd name="adj" fmla="val 1190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48970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F0E6E0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 http://localhost:5050  in your browser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8A3324">
              <a:alpha val="20000"/>
            </a:srgbClr>
          </a:solidFill>
          <a:ln w="12700">
            <a:solidFill>
              <a:srgbClr val="8A3324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Flask web app with 4-tab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Persistent CSV question bank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8561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Pandas-powered search &amp; filter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6966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export in college exam format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5537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Deployed on GitHub with 3 collaborators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github.com/krishnamj89/Exam-Paper-Management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Paper Management System</dc:title>
  <dc:subject>PptxGenJS Presentation</dc:subject>
  <dc:creator>PptxGenJS</dc:creator>
  <cp:lastModifiedBy>PptxGenJS</cp:lastModifiedBy>
  <cp:revision>1</cp:revision>
  <dcterms:created xsi:type="dcterms:W3CDTF">2026-07-03T06:27:48Z</dcterms:created>
  <dcterms:modified xsi:type="dcterms:W3CDTF">2026-07-03T06:27:48Z</dcterms:modified>
</cp:coreProperties>
</file>